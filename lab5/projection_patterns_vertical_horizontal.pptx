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</p:sldIdLst>
  <p:sldSz cx="12192000" cy="68580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6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5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4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3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y_x_bit02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phase_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6_phase_0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7_phase_1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8_phase_27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6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5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4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3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gray_x_bit02_in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05_phase_0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06_phase_0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07_phase_1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orizontal 08_phase_27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3000"/>
    </mc:Choice>
    <mc:Fallback>
      <p:transition advTm="3000"/>
    </mc:Fallback>
  </mc:AlternateContent>
</p:sld>
</file>

<file path=ppt/theme/theme1.xml><?xml version="1.0" encoding="utf-8"?>
<a:theme xmlns:a="http://schemas.openxmlformats.org/drawingml/2006/main" name="Projection">
  <a:themeElements>
    <a:clrScheme name="Projection">
      <a:dk1>
        <a:srgbClr val="000000"/>
      </a:dk1>
      <a:lt1>
        <a:srgbClr val="FFFFFF"/>
      </a:lt1>
      <a:dk2>
        <a:srgbClr val="222222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ojec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jecti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Arial Unicode MS</vt:lpstr>
      <vt:lpstr>Calibri</vt:lpstr>
      <vt:lpstr>Projection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WPS_1602045198</cp:lastModifiedBy>
  <cp:revision>3</cp:revision>
  <dcterms:created xsi:type="dcterms:W3CDTF">2026-10-17T07:14:00Z</dcterms:created>
  <dcterms:modified xsi:type="dcterms:W3CDTF">2026-10-17T07:31:37Z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195371C738354E9EA7505DBA33E8C2BF_12</vt:lpwstr>
  </property>
  <property fmtid="{D5CDD505-2E9C-101B-9397-08002B2CF9AE}" pid="3" name="KSOProductBuildVer">
    <vt:lpwstr>2052-12.1.0.29161</vt:lpwstr>
  </property>
</Properties>
</file>